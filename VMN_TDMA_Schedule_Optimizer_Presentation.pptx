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TDMA Schedule Planner</a:t>
            </a:r>
            <a:br/>
            <a:r>
              <a:t>and Optimizer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97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38BDF8"/>
                </a:solidFill>
                <a:latin typeface="Aptos"/>
              </a:rPr>
              <a:t>Centralized Python scheduler using Distance-2 graph coloring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7033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Wireless Protocol Development Internship Assignment</a:t>
            </a:r>
            <a:br/>
            <a:r>
              <a:t>Vaan Megam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166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Nakul Joshi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212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4ADE80"/>
                </a:solidFill>
                <a:latin typeface="Aptos"/>
              </a:rPr>
              <a:t>Part 1 — Network Brain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ptos"/>
              </a:rPr>
              <a:t>TDMA lets radios share a frequency by transmitting in different time slots.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240280"/>
            <a:ext cx="338328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2404872"/>
            <a:ext cx="29809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Direct interference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807208"/>
            <a:ext cx="2980944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If two nearby radios communicate at the same time, they can interfere.</a:t>
            </a:r>
            <a:br/>
            <a:br/>
            <a:r>
              <a:t>1-hop neighbors must use different slots.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240280"/>
            <a:ext cx="338328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2404872"/>
            <a:ext cx="29809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  <a:latin typeface="Aptos"/>
              </a:rPr>
              <a:t>Two-hop interference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2807208"/>
            <a:ext cx="2980944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Nodes that share a common neighbor can create a receiver collision.</a:t>
            </a:r>
            <a:br/>
            <a:br/>
            <a:r>
              <a:t>2-hop nodes must also use different slots.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240280"/>
            <a:ext cx="338328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8" y="2404872"/>
            <a:ext cx="29809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Aptos"/>
              </a:rPr>
              <a:t>Spatial reuse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8" y="2807208"/>
            <a:ext cx="2980944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Nodes separated by more than two hops can reuse the same TDMA slot.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ptos"/>
              </a:rPr>
              <a:t>Assignment requirement: generate a conflict-free Slot × Node Boolean matrix and Node-to-Slot mapping.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Aptos"/>
              </a:rPr>
              <a:t>VMN • TDMA Schedule Planner &amp; Optimizer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2. Solution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057400"/>
            <a:ext cx="164592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2221992"/>
            <a:ext cx="12435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2624328"/>
            <a:ext cx="1243584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16 node coordinates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7128" y="278892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CBD5E1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41448" y="2057400"/>
            <a:ext cx="164592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42616" y="2221992"/>
            <a:ext cx="12435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2616" y="2624328"/>
            <a:ext cx="1243584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500 m connectivity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05656" y="278892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CBD5E1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2057400"/>
            <a:ext cx="164592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2221992"/>
            <a:ext cx="12435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  <a:latin typeface="Aptos"/>
              </a:rPr>
              <a:t>Conflict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624328"/>
            <a:ext cx="1243584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Distance-2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4184" y="278892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CBD5E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8504" y="2057400"/>
            <a:ext cx="164592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221992"/>
            <a:ext cx="12435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Aptos"/>
              </a:rPr>
              <a:t>Optimize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624328"/>
            <a:ext cx="1243584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103 colorings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278892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CBD5E1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57032" y="2057400"/>
            <a:ext cx="164592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2221992"/>
            <a:ext cx="12435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Aptos"/>
              </a:rPr>
              <a:t>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624328"/>
            <a:ext cx="1243584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No conflicts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278892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CBD5E1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95560" y="2057400"/>
            <a:ext cx="164592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96728" y="2221992"/>
            <a:ext cx="12435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96728" y="2624328"/>
            <a:ext cx="1243584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JSON + 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8920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The scheduling logic is separated from CLI input/output and visualization.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Aptos"/>
              </a:rPr>
              <a:t>VMN • TDMA Schedule Planner &amp; Optimizer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3. Wireless Network Graph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4754880" cy="4160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1673351"/>
            <a:ext cx="43525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Graph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2075688"/>
            <a:ext cx="4352544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• Radio → graph node</a:t>
            </a:r>
            <a:br/>
            <a:r>
              <a:t>• Wireless link → graph edge</a:t>
            </a:r>
            <a:br/>
            <a:r>
              <a:t>• Communication range → 500 m</a:t>
            </a:r>
            <a:br/>
            <a:r>
              <a:t>• Distance uses Euclidean geometry</a:t>
            </a:r>
            <a:br/>
            <a:br/>
            <a:r>
              <a:t>For every node pair:</a:t>
            </a:r>
            <a:br/>
            <a:br/>
            <a:r>
              <a:t>d = √((x₂−x₁)² + (y₂−y₁)²)</a:t>
            </a:r>
            <a:br/>
            <a:br/>
            <a:r>
              <a:t>If d ≤ 500 m, an edge is created.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1508760"/>
            <a:ext cx="5394960" cy="4160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16168" y="1673351"/>
            <a:ext cx="4992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Aptos"/>
              </a:rPr>
              <a:t>Current topology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6168" y="2075688"/>
            <a:ext cx="4992624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16 nodes</a:t>
            </a:r>
            <a:br/>
            <a:br/>
            <a:r>
              <a:t>27 wireless links</a:t>
            </a:r>
            <a:br/>
            <a:br/>
            <a:r>
              <a:t>The graph is undirected and each edge stores the physical distance.</a:t>
            </a:r>
            <a:br/>
            <a:br/>
            <a:r>
              <a:t>This graph becomes the foundation for the Distance-2 conflict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Aptos"/>
              </a:rPr>
              <a:t>VMN • TDMA Schedule Planner &amp; Optimizer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4. Distance-2 Conflict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The wireless graph is transformed into a scheduling conflict graph.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3291840" cy="2651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2039112"/>
            <a:ext cx="28895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1 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441448"/>
            <a:ext cx="2889504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Directly connected radios</a:t>
            </a:r>
            <a:br/>
            <a:br/>
            <a:r>
              <a:t>→ MUST use different slots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74519"/>
            <a:ext cx="3291840" cy="2651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7" y="2039112"/>
            <a:ext cx="28895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  <a:latin typeface="Aptos"/>
              </a:rPr>
              <a:t>2 hops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7" y="2441448"/>
            <a:ext cx="2889504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Radios connected through a common neighbor</a:t>
            </a:r>
            <a:br/>
            <a:br/>
            <a:r>
              <a:t>→ MUST use different slots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874519"/>
            <a:ext cx="3291840" cy="2651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8" y="2039112"/>
            <a:ext cx="28895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Aptos"/>
              </a:rPr>
              <a:t>&gt; 2 hops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2441448"/>
            <a:ext cx="2889504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No Distance-2 conflict</a:t>
            </a:r>
            <a:br/>
            <a:br/>
            <a:r>
              <a:t>→ Slot reuse is permitted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83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  <a:latin typeface="Aptos"/>
              </a:rPr>
              <a:t>Current topology: 53 conflict links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Aptos"/>
              </a:rPr>
              <a:t>VMN • TDMA Schedule Planner &amp; Optimizer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5. Optimization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Graph coloring maps directly to TDMA scheduling: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3200400" cy="2148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2039112"/>
            <a:ext cx="27980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Node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441448"/>
            <a:ext cx="2798064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Wireless radio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74519"/>
            <a:ext cx="3200400" cy="2148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2039112"/>
            <a:ext cx="27980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  <a:latin typeface="Aptos"/>
              </a:rPr>
              <a:t>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2441448"/>
            <a:ext cx="2798064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Scheduling conflict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874519"/>
            <a:ext cx="3200400" cy="2148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6488" y="2039112"/>
            <a:ext cx="27980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Aptos"/>
              </a:rPr>
              <a:t>Color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2441448"/>
            <a:ext cx="2798064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TDMA time slot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262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Aptos"/>
              </a:rPr>
              <a:t>Candidate strategies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920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Aptos"/>
              </a:defRPr>
            </a:pPr>
            <a:r>
              <a:t>• Largest-first greedy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Aptos"/>
              </a:defRPr>
            </a:pPr>
            <a:r>
              <a:t>• Smallest-last greedy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Aptos"/>
              </a:defRPr>
            </a:pPr>
            <a:r>
              <a:t>• DSATUR / saturation-largest-first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Aptos"/>
              </a:defRPr>
            </a:pPr>
            <a:r>
              <a:t>• 100 deterministic randomized greedy 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5262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ADE80"/>
                </a:solidFill>
                <a:latin typeface="Aptos"/>
              </a:rPr>
              <a:t>Selection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892040"/>
            <a:ext cx="49377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Choose the valid candidate using the fewest slots.</a:t>
            </a:r>
            <a:br/>
            <a:br/>
            <a:r>
              <a:t>The 7-slot result is a heuristic result, not a proof of the global minimum.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Aptos"/>
              </a:rPr>
              <a:t>VMN • TDMA Schedule Planner &amp; Optimizer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6. Actual Result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508760"/>
            <a:ext cx="196596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73352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8BDF8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12848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tos"/>
              </a:rPr>
              <a:t>Nodes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508760"/>
            <a:ext cx="196596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1673352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8BDF8"/>
                </a:solidFill>
                <a:latin typeface="Aptos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212848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tos"/>
              </a:rPr>
              <a:t>Wireless links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1508760"/>
            <a:ext cx="196596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73352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ACC15"/>
                </a:solidFill>
                <a:latin typeface="Aptos"/>
              </a:rPr>
              <a:t>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212848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tos"/>
              </a:rPr>
              <a:t>Conflict links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508760"/>
            <a:ext cx="196596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673352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4ADE80"/>
                </a:solidFill>
                <a:latin typeface="Aptos"/>
              </a:rPr>
              <a:t>103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212848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tos"/>
              </a:rPr>
              <a:t>Coloring candidates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1508760"/>
            <a:ext cx="196596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38360" y="1673352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4ADE80"/>
                </a:solidFill>
                <a:latin typeface="Aptos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2212848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tos"/>
              </a:rPr>
              <a:t>Slots selected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ADE80"/>
                </a:solidFill>
                <a:latin typeface="Aptos"/>
              </a:rPr>
              <a:t>Schedule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947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ADE80"/>
                </a:solidFill>
                <a:latin typeface="Aptos"/>
              </a:rPr>
              <a:t>✓ VALID — No conflicting nodes share the same TDMA slot.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Selected heuristic: largest_first</a:t>
            </a:r>
            <a:br/>
            <a:r>
              <a:t>Current slot assignment: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572000"/>
            <a:ext cx="7040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S0: 01, 03, 11     S1: 02, 05, 07     S2: 06, 08</a:t>
            </a:r>
            <a:br/>
            <a:r>
              <a:t>S3: 04, 10, 16     S4: 09, 12     S5: 14     S6: 13,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Aptos"/>
              </a:rPr>
              <a:t>VMN • TDMA Schedule Planner &amp; Optimizer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7. Topology Visualization</a:t>
            </a:r>
          </a:p>
        </p:txBody>
      </p:sp>
      <p:pic>
        <p:nvPicPr>
          <p:cNvPr id="3" name="Picture 2" descr="25997ad6-abe0-4950-a9d2-8cf7690ff4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201400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Aptos"/>
              </a:rPr>
              <a:t>VMN • TDMA Schedule Planner &amp; Optimizer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8. CLI, Outputs and Testing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539496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1536192"/>
            <a:ext cx="4992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7" y="1938528"/>
            <a:ext cx="4992624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python src/main.py --input examples/nodes.json</a:t>
            </a:r>
            <a:br/>
            <a:br/>
            <a:r>
              <a:t>Input validation:</a:t>
            </a:r>
            <a:br/>
            <a:r>
              <a:t>• Exactly 16 nodes</a:t>
            </a:r>
            <a:br/>
            <a:r>
              <a:t>• Two coordinates per node</a:t>
            </a:r>
            <a:br/>
            <a:r>
              <a:t>• Numeric coordinates</a:t>
            </a:r>
            <a:br/>
            <a:br/>
            <a:r>
              <a:t>Outputs:</a:t>
            </a:r>
            <a:br/>
            <a:r>
              <a:t>• schedule.json</a:t>
            </a:r>
            <a:br/>
            <a:r>
              <a:t>• schedule.csv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71600"/>
            <a:ext cx="53035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7" y="1536192"/>
            <a:ext cx="49011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Aptos"/>
              </a:rPr>
              <a:t>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4807" y="1938528"/>
            <a:ext cx="4901183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Pytest regression suite</a:t>
            </a:r>
            <a:br/>
            <a:br/>
            <a:r>
              <a:t>9 / 9 tests passed</a:t>
            </a:r>
            <a:br/>
            <a:br/>
            <a:r>
              <a:t>Coverage includes:</a:t>
            </a:r>
            <a:br/>
            <a:r>
              <a:t>• Graph construction</a:t>
            </a:r>
            <a:br/>
            <a:r>
              <a:t>• Conflict generation</a:t>
            </a:r>
            <a:br/>
            <a:r>
              <a:t>• Schedule validation</a:t>
            </a:r>
            <a:br/>
            <a:r>
              <a:t>• Matrix generation</a:t>
            </a:r>
            <a:br/>
            <a:r>
              <a:t>• Slot assignment</a:t>
            </a:r>
            <a:br/>
            <a:r>
              <a:t>• Invalid node count</a:t>
            </a:r>
            <a:br/>
            <a:r>
              <a:t>• Invalid coordinates</a:t>
            </a:r>
            <a:br/>
            <a:r>
              <a:t>• Non-numeric coordinates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Aptos"/>
              </a:rPr>
              <a:t>VMN • TDMA Schedule Planner &amp; Optimizer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9. EMANE Integration — Part 2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ptos"/>
              </a:rPr>
              <a:t>Part 2 is an integration approach, not claimed as completed functionality.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48840"/>
            <a:ext cx="182880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313432"/>
            <a:ext cx="1426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Python</a:t>
            </a:r>
            <a:br/>
            <a:r>
              <a:t>Optimizer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1448" y="269748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CBD5E1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148840"/>
            <a:ext cx="182880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81528" y="2313432"/>
            <a:ext cx="1426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  <a:latin typeface="Aptos"/>
              </a:rPr>
              <a:t>Schedule</a:t>
            </a:r>
            <a:br/>
            <a:r>
              <a:t>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269748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CBD5E1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2148840"/>
            <a:ext cx="182880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67528" y="2313432"/>
            <a:ext cx="1426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XML / ProtoBuf</a:t>
            </a:r>
            <a:br/>
            <a:r>
              <a:t>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3448" y="269748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CBD5E1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148840"/>
            <a:ext cx="182880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53528" y="2313432"/>
            <a:ext cx="1426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Aptos"/>
              </a:rPr>
              <a:t>EMANE TDMA</a:t>
            </a:r>
            <a:br/>
            <a:r>
              <a:t>Radio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9448" y="269748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CBD5E1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38360" y="2148840"/>
            <a:ext cx="182880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39528" y="2313432"/>
            <a:ext cx="1426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Aptos"/>
              </a:rPr>
              <a:t>Virtual Radios</a:t>
            </a:r>
            <a:br/>
            <a:r>
              <a:t>+ Packets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5196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Configure EMANE's native TDMA Radio Model.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Map slot/frame/frequency concepts to the generated schedule.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Convert the matrix into the expected schedule event format.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Verify packet behavior in the virtual network.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Aptos"/>
              </a:rPr>
              <a:t>VMN • TDMA Schedule Planner &amp; Optimizer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10. Engineering Decisions &amp;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39496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1490472"/>
            <a:ext cx="4992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Why this design?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7" y="1892807"/>
            <a:ext cx="4992624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• Multiple heuristics instead of one greedy ordering</a:t>
            </a:r>
            <a:br/>
            <a:r>
              <a:t>• Fixed seeds for reproducibility</a:t>
            </a:r>
            <a:br/>
            <a:r>
              <a:t>• Explicit conflict validation</a:t>
            </a:r>
            <a:br/>
            <a:r>
              <a:t>• Separate modules for graph, scheduling, CLI and visualization</a:t>
            </a:r>
            <a:br/>
            <a:r>
              <a:t>• JSON/CSV outputs for downstream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39496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3368" y="1490472"/>
            <a:ext cx="4992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  <a:latin typeface="Aptos"/>
              </a:rP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3368" y="1892807"/>
            <a:ext cx="4992624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• Centralized topology knowledge</a:t>
            </a:r>
            <a:br/>
            <a:r>
              <a:t>• Fixed 500 m communication model</a:t>
            </a:r>
            <a:br/>
            <a:r>
              <a:t>• No RF/SINR/fading model in Part 1</a:t>
            </a:r>
            <a:br/>
            <a:r>
              <a:t>• Seven slots is not claimed to be globally optimal</a:t>
            </a:r>
            <a:br/>
            <a:r>
              <a:t>• EMANE bridge is not yet 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Aptos"/>
              </a:rPr>
              <a:t>VMN • TDMA Schedule Planner &amp; Optimizer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11. 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  <a:latin typeface="Aptos"/>
              </a:rPr>
              <a:t>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Centralized Python TDMA optimizer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500 m connectivity graph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Distance-2 conflict graph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Multi-heuristic slot optimization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Conflict-free 7-slot test result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CLI + JSON/CSV output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Automated 9/9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17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Aptos"/>
              </a:rPr>
              <a:t>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874519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Finalize documentation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Demonstrate CLI and schedule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Explain algorithm and complexity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Develop EMANE integration bridge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Validate packet behavior in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97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Aptos"/>
              </a:rPr>
              <a:t>VMN • TDMA Schedule Planner &amp; Optimizer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CBD5E1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